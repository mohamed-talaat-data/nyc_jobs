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>
        <p:scale>
          <a:sx n="100" d="100"/>
          <a:sy n="100" d="100"/>
        </p:scale>
        <p:origin x="-554" y="-6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GB&amp;assetid=WA200003233&amp;isWac=True&amp;ui=en-US&amp;ad=G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3001683"/>
                  </p:ext>
                </p:extLst>
              </p:nvPr>
            </p:nvGraphicFramePr>
            <p:xfrm>
              <a:off x="69396" y="1138919"/>
              <a:ext cx="11727996" cy="536768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396" y="1138919"/>
                <a:ext cx="11727996" cy="536768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https://pages.store.office.com/addinsinstallpage.aspx?rs=en-GB&amp;assetid=WA200003233&amp;isWac=True&amp;ui=en-US&amp;ad=GB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30746d3-e5aa-4393-97fc-a2e11f92abc1}">
  <we:reference id="WA200003233" version="2.0.0.3" store="en-GB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VYUU8bORD+K2ifo8r22l67bwV6lU7QQwX15YTQ2B7TbZfdaHfDkSL++83uBlIgEOgBCZyUh2Q8sb/5PJ757PMk5M24gOlnOMHkfbJZVT9OoP6xwZNRUg42BMZiSKPRTjGuDA+B0Wg1bvOqbJL350kL9TG2X/NmAkU3ERn/PhwlUBR7cNz9ilA0OErGWDdVCUX+EwdnGmrrCV6MEjwbF1UN3ZT7LbTYTXtK7vSbIPB3Ka0Ivs1PcR99O1iNccgMi5xzEWImMyE1uTWDQ49soUs3db/8VlW2kJe0TGfjijupDAMdfTABOdreN+ZFO3Nx049n45qio5in446cD+EUSo8h6UOosRkQnye7CM2k7uP4eG1gv5rUHr9g7IfKNm+nNM/RzL9JLoiNvboirvqBXQw5lBv7UEA97Qe/Vf9s1UgcheQ9uzgkS5OXx8WM0nl0BwNCD3WYDdGmue/EThcL/a2qA9ab0z6c7by+5FWMbiB+rlAIOzmkmfM2AGZKQpRRiMjd6mkfQG58gvHr5vxaHAPhUkBmrBNcMgYoOIBcgzw/qFooNv6sXLOA8NEVji0yHVd17ntqr0PZqorJSflQJNv5ydEOnmJxE8nc+Mhd367KSbv1Der20+5fXGr6WGaNtnLVWXCN3IvDy1JKHt9/KZYzbgdYT0wmZV6XeloLFi16jNDxYiS1kmWp97Rb3rWPqr51TObWuzJvtSdgeckpJg1xiGGgpE/D/0XaLdnQWeIFJ0OqRapYplOOzEV/d+LNhI/1MbUiE97LwCW1KAiGKF19JRpdQfSpp3apQSEykmggrc7mEJ9fnMDZ3cpkjlJ7IVkkhA6MMCqoiPoFUX4gIUk69L9oqMvDtQn1WpysWyGtsKhnEpXxqeXCMJ0JR5u9BgLu3tR8RQLuWhyDgDNOYCaogaLjUiFEBfcQflXMPEs1WuD0R5mF1DF4rmL2+B47A+mC4zwNWnHmmbSEV/s3VCiSE6SLcvflZ1Wd9LszHlbPsR8/hWKCtOPdd+w38DzZyWnCYamv3XB3Hd5O+pPXu+/TbXqZfyqFFe8yy7RJteVZ1k8wS6c3W7sepAwsd5yxFIK0ylCX0iZbLknXXQuuTfW6oQC7UciCc1Y5nTImM7r6S5++8B1gD6Y9UzfAkvnoyv5Iyou8afeL3GN9k/KFmd2fzOY383o5/CG1wSrhA3DvmLPWeODsJZn+gyI/OgBX3EI6e5T4AuXxIrJf351rXWThs1+4HrynQwa6VJmMmg9o5bPIgufmnqemmQiIdEUjIRClD5x7qhQSnu3a9Uil8rtlYN74Gywus+BW9yfELQXWHlQ7JOo+V2Ew39PY+3f1X1r509eaB/XQoKwTlvFgUGnGog0srr6H7uZv5Nk8v/VmjipjoEUMKEy0qWJG29UT/gTyeW1IXyBSe+IzLSy3hptMOUQNmYIXFi9P+2b9krpl6VtCX0wWVc1q0jZj8LgHJS4onEQplKGL+BHV8uLiXwGX+V/9HAAA&quot;"/>
    <we:property name="creatorSessionId" value="&quot;2669d924-cff1-436c-85c0-abbbc7d2f6f4&quot;"/>
    <we:property name="creatorTenantId" value="&quot;c1c39a99-0def-4d21-85e7-8741db1039b3&quot;"/>
    <we:property name="creatorUserId" value="&quot;100320059D0CCD80&quot;"/>
    <we:property name="datasetId" value="&quot;6d281170-87f7-48cb-a13c-851439e8b0b6&quot;"/>
    <we:property name="embedUrl" value="&quot;/reportEmbed?reportId=a24d992c-ed16-40ff-93ca-40da9ed09aac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initialStateBookmark" value="&quot;H4sIAAAAAAAAA+VZW0/jOhD+KyjPFbIdx5d943ZWOstNgPblCKGxPWGzG5IqSTl0Ef99J0mhCxQKe4AWjsRDO57a33wez3w2l1HI6mEO4104w+hTtF6WP86g+rHCo0FUTGx7e1921g6+nOyu7WyRuRw2WVnU0afLqIHqFJuvWT2CvJ2BjP8cDyLI8304bb+lkNc4iIZY1WUBefYTe2caaqoRXg0ivBjmZQXtlIcNNNhOe07u9J3W5qsxrQi+yc7xEH3TW41xyAxLOecipFpqIRW51b1Dh2ymSzt1t/xGWTSQFbRMa+MJdzIxDFTqgwnI0Xa+aZY3Exc33roYVhQdxTwetqyshXMoPIaoC6HCukd8Ge0g1KOqi2Pr1sBhOao8HmDaDRVN1oxpnpOJfx1dERv7VUlcdQM7GDIoVg4hh2rcDX4r/92okDgK0Sd2dUyWOitO8wml0+iOeoQeqjAZok1z34mdNhb6WVkFrNbHXTibWXXNqxjcQfxaoRB2coi18zYA6kRCKlMhUu4WT3sPcuUzDN8357fi6AmXArSxTnDJGKDgAHIJ8vyobCBf+bt09QzCBzc4Nsh0WlaZ76i9DWWjzEdnxVORbGZnJ9t4jvldJFPjM3d9syxGzcY3qJrPO3tcKvqzzBpl5aKz4Ba5V8fXpZQ8vv9WLCfc9rBemEzKvDb1lBIstegxhZYXIwObm3ovu+Vt+yire8dkan0o8xZ7AuaXnHxUE4cYekq6NPxfpN2cDZ0kXnAyxErECdMq5shc6h9OvInisT6NrdDCexm4pBYFwRCli69EgxuIPvbULhUkiCzEKUir9BTi64sTuHhYmUxRKi8kSwmhAyNMEpIU1RuiXCMhSTr0v2io68O1DtVSnKx7IS2wqGuJifGx5cIwpYWjzV4CAfdoar4jAXcrjl7AGSdQC2qg6LhMENIEHiH8pph5Fiu0wOmHUofYMXitYvb8HjsB6YLjPA4q4cwzaQmv8h+oUERnSBfl9sPPsjzrdmfYr55hN34O+Qhpx9vP2G3gZbSd0YT9Ul/b4fY6vBl1J69zP6Tb9Dz/WAorVrVlysTKcq27CSbp9GFr15OUgeWOMxZDkDYx1KWU0fMl6bJrwaWpXncUYDsKOjhnE6dixqSmq7/08RvfAfZh3DF1ByyZT27sz6Q8z+rmMM88Vncpn5nZ3cms/zCv58PvUxtsInwA7h1z1hoPnL0l039R5CdH4PJ7SCePEgdQnM4i+/3duZas2jO5arTlXPLEMskXWexf/Qr45Czrz4SLE6OpHYJKvE5Z8Nw88vg1kSUpXRpJmqTSB8491S4Jr3YRfKZ2+tPCNE3OGvPrLLiXoYS4ocCao3KbZOZuGXrzI8nXvfT/lm8vX/2e1NVDYp2wjAeDiWIstYGli+/qO9kHecjP7r3iY6IZKJEGFCa1ccKMsosn/AUE/dKQPkM2d8RrJSy3hhudOEQFOoE3llMv+4r+lkpq7utGV0xmVc1y1NRD8LgPBc4onEQpFKGN+GnVctBykLVN7PEftP8tvamuV1e/AN/tT3K4HQAA&quot;"/>
    <we:property name="isFiltersActionButtonVisible" value="true"/>
    <we:property name="isVisualContainerHeaderHidden" value="false"/>
    <we:property name="pageDisplayName" value="&quot;Page 1&quot;"/>
    <we:property name="pageName" value="&quot;88be080f1112df747246&quot;"/>
    <we:property name="reportEmbeddedTime" value="&quot;2026-08-16T14:56:39.208Z&quot;"/>
    <we:property name="reportName" value="&quot;Dashboard&quot;"/>
    <we:property name="reportState" value="&quot;CONNECTED&quot;"/>
    <we:property name="reportUrl" value="&quot;/groups/me/reports/a24d992c-ed16-40ff-93ca-40da9ed09aac/88be080f1112df747246?bookmarkGuid=20fe2c14-c10c-4a4b-a9d8-756477085840&amp;bookmarkUsage=1&amp;ctid=c1c39a99-0def-4d21-85e7-8741db1039b3&amp;fromEntryPoint=export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Mo. Tal3aT</cp:lastModifiedBy>
  <cp:revision>4</cp:revision>
  <dcterms:created xsi:type="dcterms:W3CDTF">2018-06-07T21:39:02Z</dcterms:created>
  <dcterms:modified xsi:type="dcterms:W3CDTF">2026-08-16T17:45:41Z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